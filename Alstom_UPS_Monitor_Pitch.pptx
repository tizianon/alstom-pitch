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97A7"/>
                </a:solidFill>
              </a:rPr>
              <a:t>PROPOSTA COMMERCIALE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UPS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Tempo Reale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EC5"/>
                </a:solidFill>
              </a:rPr>
              <a:t>Integrazione su PLC esistenti — zero impatto infrastrutturale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766560" y="1188720"/>
            <a:ext cx="201168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978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Infrastrutture critiche · Alert real-time · Dashboard centralizzata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109728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Monitoraggio manuale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Gli UPS vengono ispezionati a intervalli fissi. I guasti tra un'ispezione e l'altra passano inosservati per ore o giorni.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143000"/>
            <a:ext cx="2697480" cy="109728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Downtime silenzioso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64992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Un UPS in fault silenzioso non interrompe subito i sistemi — ma li espone a rischi gravi al primo blackout.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143000"/>
            <a:ext cx="2697480" cy="109728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Dati non centralizzati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45352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In impianti distribuiti su più siti, non esiste visibilità unificata sullo stato degli UPS in tempo reale.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SOLUZIONE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Monitoraggio continuo degli UPS,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senza sostituire nulla.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EC5"/>
                </a:solidFill>
              </a:rPr>
              <a:t>Il sistema si configura sui PLC già presenti nell'impianto e fornisce alert in tempo reale e una dashboard centralizzata. Zero nuovi hardware da acquistare.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097280"/>
            <a:ext cx="3063240" cy="68580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161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 in tempo reale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2011680"/>
            <a:ext cx="3063240" cy="68580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3055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centralizzata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60720" y="2926080"/>
            <a:ext cx="3063240" cy="68580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4495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Integrazione su PLC esistenti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60720" y="3840480"/>
            <a:ext cx="3063240" cy="68580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95935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224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Già in produzione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COME FUNZIONA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031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PLC esistente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Configuriamo il tuo PLC già in impianto per raccogliere i dati UPS.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0" y="2331720"/>
            <a:ext cx="164592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1" name="Shape 8"/>
          <p:cNvSpPr/>
          <p:nvPr/>
        </p:nvSpPr>
        <p:spPr>
          <a:xfrm>
            <a:off x="2450592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36392" y="1325880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3" name="Text 10"/>
          <p:cNvSpPr/>
          <p:nvPr/>
        </p:nvSpPr>
        <p:spPr>
          <a:xfrm>
            <a:off x="3136392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0312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Raccolta dati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42032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I dati vengono trasmessi in modo sicuro alla nostra piattaforma.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62272" y="2331720"/>
            <a:ext cx="164592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8" name="Shape 14"/>
          <p:cNvSpPr/>
          <p:nvPr/>
        </p:nvSpPr>
        <p:spPr>
          <a:xfrm>
            <a:off x="4626864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2664" y="1325880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0" name="Text 16"/>
          <p:cNvSpPr/>
          <p:nvPr/>
        </p:nvSpPr>
        <p:spPr>
          <a:xfrm>
            <a:off x="5312664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10312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18304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Analisi &amp; Alert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18304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Il sistema rileva anomalie e invia alert immediati via mail/SMS.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38544" y="2331720"/>
            <a:ext cx="164592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5" name="Shape 20"/>
          <p:cNvSpPr/>
          <p:nvPr/>
        </p:nvSpPr>
        <p:spPr>
          <a:xfrm>
            <a:off x="6803136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88936" y="1325880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7" name="Text 22"/>
          <p:cNvSpPr/>
          <p:nvPr/>
        </p:nvSpPr>
        <p:spPr>
          <a:xfrm>
            <a:off x="748893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10312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94576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Dashboard &amp; Report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94576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Vista unificata su tutti gli UPS, con storico e reportistica.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GIÀ IN PRODUZIONE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Non è un prototipo.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0BEC5"/>
                </a:solidFill>
              </a:rPr>
              <a:t>Il sistema è operativo in una grande infrastruttura di trasporto pubblico italiana, con monitoring attivo su impianti critici distribuiti su più siti.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14600" cy="173736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834640"/>
            <a:ext cx="2514600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24/7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Monitoraggio continuo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514600" cy="173736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834640"/>
            <a:ext cx="2514600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Real-time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Alert immediati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2514600" cy="173736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834640"/>
            <a:ext cx="2514600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Multi-sito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Vista centralizzata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PERCHÉ ALSTOM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A3A"/>
                </a:solidFill>
              </a:rPr>
              <a:t>Alstom gestisce infrastrutture ferroviarie critiche in tutta Italia.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A3A"/>
                </a:solidFill>
              </a:rPr>
              <a:t>Il rischio UPS non monitorato è un rischio operativo reale.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109728" cy="77724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6771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Settore identico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25054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Operate nello stesso ambito del trasporto su rotaia dove il sistema è già in uso.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017520"/>
            <a:ext cx="109728" cy="77724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8211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30906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Zero friction tecnica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61872" y="34198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Nessun fornitore hardware da cambiare. Lavoriamo sui vostri PLC e la vostra infrastruttura.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931920"/>
            <a:ext cx="109728" cy="77724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9651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Modello flessibile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61872" y="43342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Canone ricorrente o progetto su misura. Si parte con un pilota su uno o due siti.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PROSSIMI PASSI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17320" y="1307592"/>
            <a:ext cx="36576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216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Call conoscitiva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5453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Capiamo insieme il vostro contesto: quanti siti, quanti UPS, infrastruttura PLC attuale.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574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17320" y="2221992"/>
            <a:ext cx="36576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Proposta su misura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4597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Prepariamo una proposta tecnica ed economica calibrata sulle vostre esigenze specifiche.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971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17320" y="3136392"/>
            <a:ext cx="36576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044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Progetto pilota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3741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Partiamo con uno o due siti per validare il sistema nel vostro ambiente. Rischio zero.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0069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86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417320" y="4050792"/>
            <a:ext cx="36576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Rollout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2885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Estensione progressiva a tutti i siti, con supporto continuo e canone ricorrente.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Parliamone.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0BEC5"/>
                </a:solidFill>
              </a:rPr>
              <a:t>Sono disponibile per una call conoscitiva di 20 minuti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0BEC5"/>
                </a:solidFill>
              </a:rPr>
              <a:t>per capire se c'è una base su cui lavorare insieme.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[tua email]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978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UPS Monitor · Infrastrutture critiche · Made in Italy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UPS Monitor – Proposta Alstom</dc:title>
  <dc:subject>PptxGenJS Presentation</dc:subject>
  <dc:creator>PptxGenJS</dc:creator>
  <cp:lastModifiedBy>PptxGenJS</cp:lastModifiedBy>
  <cp:revision>1</cp:revision>
  <dcterms:created xsi:type="dcterms:W3CDTF">2026-03-19T16:55:43Z</dcterms:created>
  <dcterms:modified xsi:type="dcterms:W3CDTF">2026-03-19T16:55:43Z</dcterms:modified>
</cp:coreProperties>
</file>